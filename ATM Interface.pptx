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9231A-3C0C-42AB-69DC-24BE61AA1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37EFD-D037-B5AD-42BF-F517C3939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6EA5D-2EF0-47F9-D412-2B947FD4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180C-8975-4474-A5BA-16CE6D4F1DA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32ED6-4ACE-5716-803B-011B8A48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69700-B61A-4706-7EB5-C4DA3B97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D1F1-6591-4ED1-8698-7DBD0E760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471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F076-1DE7-E11C-DB32-8DF8C8259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732E5-F2C2-CFE7-D87A-343322C95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E0AA4-13F1-6BC0-3E24-E57A50D70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180C-8975-4474-A5BA-16CE6D4F1DA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0A96B-61B1-656A-F408-465497652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B35D8-F71F-F82E-9641-9892520A0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D1F1-6591-4ED1-8698-7DBD0E760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11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EDAAF-CB88-E1FB-2C66-5620F32C3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AD61B-C15A-80C3-DA45-1EE73F4CF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58A9C-EC5A-62DD-1B11-6FD24F98E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180C-8975-4474-A5BA-16CE6D4F1DA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7B80E-9FB5-7C31-8434-3DB1830B4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B8AA4-129C-1A92-7F0E-AC5126B55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D1F1-6591-4ED1-8698-7DBD0E760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061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FA174-0AC7-FB1E-80A7-785BEB5E2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B4162-5466-67BC-9392-02F347ED56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90118-ACA9-E324-4191-BB97A76E6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4D4FA-0290-3029-82EB-240024F6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180C-8975-4474-A5BA-16CE6D4F1DA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7132B-E97E-2F34-EF84-A8D971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B2AC6-D39F-6F1D-47EB-D4000AD7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D1F1-6591-4ED1-8698-7DBD0E760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079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62AFA-C551-CCB3-9619-A824378AF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9C305-72B5-C2A5-2A74-F508BC3B0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33B60-08EE-53AA-860A-266BFE626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85BA01-BF3B-4A92-F6FB-53DF02507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3CE47F-FB20-9B93-342B-24B8D3B2C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9160A3-3A75-3881-677B-EBB5C474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180C-8975-4474-A5BA-16CE6D4F1DA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2348A-F93E-326A-6E63-C01A135E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FC48B-3ACB-C663-46DC-2374BE2A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D1F1-6591-4ED1-8698-7DBD0E760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38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61CE-1056-96DA-9983-39E7DACE0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123908-EAF5-3DC6-9BBA-BC27E3E7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180C-8975-4474-A5BA-16CE6D4F1DA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6D591-ADF6-AFAC-3528-38BFEF518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F6C38-7066-4912-63D1-1354AC06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D1F1-6591-4ED1-8698-7DBD0E760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189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C1962-A78D-F9CF-D97A-7280B77F4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180C-8975-4474-A5BA-16CE6D4F1DA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0CD713-F48E-6048-675B-E7E229A2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23BFA-92BF-1AF6-0F47-3FF48C88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D1F1-6591-4ED1-8698-7DBD0E760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54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F197-05A0-C001-2151-CC572B96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01D5C-87F0-CBD8-E245-CB18571DA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AC6F0-B6CD-BFA5-8A6D-E898FEB01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F9BF1-3333-2C11-EC49-6BE3C3B3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180C-8975-4474-A5BA-16CE6D4F1DA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CA3DE-B293-304E-3A93-A4E1C46C6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6B71B-548F-F52D-4A74-881A834E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D1F1-6591-4ED1-8698-7DBD0E760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132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2BD76-3AEC-2B73-4389-6E812B48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A2C0DE-96FA-4270-7BD1-B9DE98E88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69C2CF-94C8-EA43-A837-7E13CA162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EBFFC-C07A-D429-6F3F-7CB8B3DA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180C-8975-4474-A5BA-16CE6D4F1DA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18FAE-AE9B-CCC6-DFDC-BC880111F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3D39D-AC5E-1E6F-882D-67472780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D1F1-6591-4ED1-8698-7DBD0E760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53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AA5B0-F6EC-A667-E78B-E464A330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B70CC-362C-4201-89A1-D6AC8ECD6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042C1-1D8D-5565-43B1-B82277E1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180C-8975-4474-A5BA-16CE6D4F1DA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75DA7-3372-E254-4D60-C4A219D0F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2BCA4-D00D-0C64-4A77-58BA5075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D1F1-6591-4ED1-8698-7DBD0E760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593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0E2FF7-0D64-1B38-C871-25C59E4ED0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73778D-2F03-8A36-4A84-CA33F740C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FEEE6-8DC1-F068-2756-3413BE320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E180C-8975-4474-A5BA-16CE6D4F1DA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26729-663B-D187-F792-40DB8E3C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CE374-0B2C-F377-1911-20E1C354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7D1F1-6591-4ED1-8698-7DBD0E760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886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E32788-C371-49A5-621F-41F4A2258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A437D-7D3F-A64B-2D56-849179229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91888-C449-5DD8-9E28-3A15ACCF37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E180C-8975-4474-A5BA-16CE6D4F1DA2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D9CBB-3725-1FA1-E60A-EB1313FD74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1DAC8-684E-921E-E3FC-5A3F1B5AF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F7D1F1-6591-4ED1-8698-7DBD0E760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358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EA14-7878-892F-F5A1-CE9BC4DC8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45929"/>
            <a:ext cx="9144000" cy="1508542"/>
          </a:xfrm>
        </p:spPr>
        <p:txBody>
          <a:bodyPr/>
          <a:lstStyle/>
          <a:p>
            <a:r>
              <a:rPr lang="en-IN" dirty="0">
                <a:latin typeface="Arial Black" panose="020B0A04020102020204" pitchFamily="34" charset="0"/>
              </a:rPr>
              <a:t>ATM Interface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2A0DB-554B-0CAD-0C56-8D7F8C776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84943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Presented by: </a:t>
            </a:r>
            <a:r>
              <a:rPr lang="en-US" sz="3200" dirty="0"/>
              <a:t>M . Praveenkumar</a:t>
            </a:r>
            <a:endParaRPr lang="en-US" sz="3200" dirty="0">
              <a:solidFill>
                <a:schemeClr val="tx1"/>
              </a:solidFill>
            </a:endParaRPr>
          </a:p>
          <a:p>
            <a:r>
              <a:rPr lang="en-US" sz="3200" b="1" dirty="0">
                <a:solidFill>
                  <a:schemeClr val="tx1"/>
                </a:solidFill>
              </a:rPr>
              <a:t>Enrollment No : </a:t>
            </a:r>
            <a:r>
              <a:rPr lang="en-IN" sz="3200" b="0" i="0" dirty="0">
                <a:solidFill>
                  <a:srgbClr val="2C3A46"/>
                </a:solidFill>
                <a:effectLst/>
                <a:latin typeface="Clear Sans"/>
              </a:rPr>
              <a:t>EBEON03251076725</a:t>
            </a:r>
          </a:p>
          <a:p>
            <a:r>
              <a:rPr lang="en-US" sz="3200" b="1" dirty="0">
                <a:solidFill>
                  <a:schemeClr val="tx1"/>
                </a:solidFill>
              </a:rPr>
              <a:t>Batch  : </a:t>
            </a:r>
            <a:r>
              <a:rPr lang="en-IN" sz="3200" b="0" i="0" dirty="0">
                <a:solidFill>
                  <a:srgbClr val="2C3A46"/>
                </a:solidFill>
                <a:effectLst/>
                <a:latin typeface="Clear Sans"/>
              </a:rPr>
              <a:t>2024-14789</a:t>
            </a:r>
            <a:endParaRPr lang="en-US" sz="3200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631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5D80-F650-5EC6-3BEA-7F88BB8C5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134600" cy="1325563"/>
          </a:xfrm>
        </p:spPr>
        <p:txBody>
          <a:bodyPr/>
          <a:lstStyle/>
          <a:p>
            <a:pPr algn="ctr"/>
            <a:r>
              <a:rPr lang="en-US" sz="4000" b="1" dirty="0"/>
              <a:t>Objective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54FE7-757B-4734-C6C0-EC0771358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create a console-based simulation of an ATM system using Java OOP principles. </a:t>
            </a:r>
          </a:p>
          <a:p>
            <a:r>
              <a:rPr lang="en-US" dirty="0"/>
              <a:t>Users can log in using their ID and PIN to perform banking operations.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0461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BDEB-4F9C-F7CE-70F1-4232E851F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994" y="342231"/>
            <a:ext cx="6862011" cy="67761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0EFDC8-BB47-2DB2-838C-26128D098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7101" y="1632951"/>
            <a:ext cx="6590919" cy="398178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E97226-9812-B648-7513-BB83DDB2EA5A}"/>
              </a:ext>
            </a:extLst>
          </p:cNvPr>
          <p:cNvSpPr txBox="1"/>
          <p:nvPr/>
        </p:nvSpPr>
        <p:spPr>
          <a:xfrm>
            <a:off x="753980" y="2056051"/>
            <a:ext cx="57430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ATM Interface handles user input and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Bank  manages all functionalities </a:t>
            </a:r>
            <a:r>
              <a:rPr lang="en-US" sz="2400" dirty="0" err="1"/>
              <a:t>i.e</a:t>
            </a:r>
            <a:r>
              <a:rPr lang="en-US" sz="2400" dirty="0"/>
              <a:t>:   </a:t>
            </a:r>
            <a:r>
              <a:rPr lang="en-US" sz="2400" dirty="0" err="1"/>
              <a:t>withdraw,deposit</a:t>
            </a:r>
            <a:r>
              <a:rPr lang="en-US" sz="2400" dirty="0"/>
              <a:t>….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Account stores Balance, </a:t>
            </a:r>
            <a:r>
              <a:rPr lang="en-US" sz="2400" dirty="0" err="1"/>
              <a:t>credit,debit</a:t>
            </a:r>
            <a:r>
              <a:rPr lang="en-US" sz="2400" dirty="0"/>
              <a:t> amount.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AccountHolder</a:t>
            </a:r>
            <a:r>
              <a:rPr lang="en-US" sz="2400" dirty="0"/>
              <a:t>   holds  </a:t>
            </a:r>
            <a:r>
              <a:rPr lang="en-US" sz="2400" dirty="0" err="1"/>
              <a:t>UserId</a:t>
            </a:r>
            <a:r>
              <a:rPr lang="en-US" sz="2400" dirty="0"/>
              <a:t> and PIN.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91486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84D-BA10-A819-04C2-708141CF3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716" y="413252"/>
            <a:ext cx="10684042" cy="821991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latin typeface="+mn-lt"/>
              </a:rPr>
              <a:t>Class – ATMInterface.java(User interaction)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4B154-E43E-0831-DBEC-B45AC2AD81B6}"/>
              </a:ext>
            </a:extLst>
          </p:cNvPr>
          <p:cNvSpPr txBox="1"/>
          <p:nvPr/>
        </p:nvSpPr>
        <p:spPr>
          <a:xfrm>
            <a:off x="914399" y="1716506"/>
            <a:ext cx="437949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Menu with options using switch-case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Handles user input and delegates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7B361-7E74-1FBB-D1C4-0CA35ECA0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2442" y="1422100"/>
            <a:ext cx="6235258" cy="502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007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5276A-FE5F-38CB-C64D-4165FD94A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747"/>
            <a:ext cx="10515600" cy="644860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+mn-lt"/>
              </a:rPr>
              <a:t>Class – Bank.java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C620C-AFA8-D984-780F-6A610845E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2067"/>
            <a:ext cx="4247147" cy="1831975"/>
          </a:xfrm>
        </p:spPr>
        <p:txBody>
          <a:bodyPr>
            <a:noAutofit/>
          </a:bodyPr>
          <a:lstStyle/>
          <a:p>
            <a:r>
              <a:rPr lang="en-IN" dirty="0"/>
              <a:t>Methods:  </a:t>
            </a:r>
            <a:r>
              <a:rPr lang="en-IN" dirty="0" err="1"/>
              <a:t>seedData</a:t>
            </a:r>
            <a:r>
              <a:rPr lang="en-IN" dirty="0"/>
              <a:t>(),authenticate(),</a:t>
            </a:r>
            <a:r>
              <a:rPr lang="en-IN" dirty="0" err="1"/>
              <a:t>showHistory</a:t>
            </a:r>
            <a:r>
              <a:rPr lang="en-IN" dirty="0"/>
              <a:t>(),withdraw(),</a:t>
            </a:r>
            <a:r>
              <a:rPr lang="en-IN" dirty="0" err="1"/>
              <a:t>deposite</a:t>
            </a:r>
            <a:r>
              <a:rPr lang="en-IN" dirty="0"/>
              <a:t>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AFEA15-AC37-73D8-2599-E0351F7B9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888" y="1081991"/>
            <a:ext cx="6008343" cy="469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815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56FB4-C61D-00D0-2FCB-C7722569A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486"/>
          </a:xfrm>
        </p:spPr>
        <p:txBody>
          <a:bodyPr>
            <a:noAutofit/>
          </a:bodyPr>
          <a:lstStyle/>
          <a:p>
            <a:pPr algn="ctr"/>
            <a:r>
              <a:rPr lang="en-IN" sz="4000" dirty="0">
                <a:latin typeface="+mn-lt"/>
              </a:rPr>
              <a:t>Class - Account.java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FCB746-77A1-8540-193A-AEA98597C9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968" y="1392488"/>
            <a:ext cx="5177007" cy="496018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2B99CF-EEA9-6BF9-37B2-388C037BC52E}"/>
              </a:ext>
            </a:extLst>
          </p:cNvPr>
          <p:cNvSpPr txBox="1"/>
          <p:nvPr/>
        </p:nvSpPr>
        <p:spPr>
          <a:xfrm>
            <a:off x="561474" y="1556084"/>
            <a:ext cx="55345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Attributes: </a:t>
            </a:r>
            <a:r>
              <a:rPr lang="en-IN" sz="2800" dirty="0" err="1"/>
              <a:t>accountId</a:t>
            </a:r>
            <a:r>
              <a:rPr lang="en-IN" sz="2800" dirty="0"/>
              <a:t> ,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/>
              <a:t>Methods: Account(),</a:t>
            </a:r>
            <a:r>
              <a:rPr lang="en-IN" sz="2800" dirty="0" err="1"/>
              <a:t>getBalance</a:t>
            </a:r>
            <a:r>
              <a:rPr lang="en-IN" sz="2800" dirty="0"/>
              <a:t>(),credit(),debit()</a:t>
            </a:r>
          </a:p>
        </p:txBody>
      </p:sp>
    </p:spTree>
    <p:extLst>
      <p:ext uri="{BB962C8B-B14F-4D97-AF65-F5344CB8AC3E}">
        <p14:creationId xmlns:p14="http://schemas.microsoft.com/office/powerpoint/2010/main" val="3254329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E5A5C-48C2-0220-7A00-89B3A99CA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654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+mn-lt"/>
              </a:rPr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594D22-A118-E6E4-3F32-27DA3AA0C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453" y="1238484"/>
            <a:ext cx="5667063" cy="5114942"/>
          </a:xfrm>
        </p:spPr>
      </p:pic>
    </p:spTree>
    <p:extLst>
      <p:ext uri="{BB962C8B-B14F-4D97-AF65-F5344CB8AC3E}">
        <p14:creationId xmlns:p14="http://schemas.microsoft.com/office/powerpoint/2010/main" val="3560893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1C1CD-6031-3943-EF09-FA45BEDD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/>
              <a:t>Technologies Used: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386D4-EB26-1C26-B9E9-8666B1752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Java (OOP) -</a:t>
            </a:r>
            <a:r>
              <a:rPr lang="en-IN" sz="2800" dirty="0"/>
              <a:t>Encapsulation: private vars, public methods</a:t>
            </a:r>
          </a:p>
          <a:p>
            <a:r>
              <a:rPr lang="en-IN" sz="2800" dirty="0"/>
              <a:t>Reusability: logic separation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Collections (Map, List)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888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14EC-3A0E-9E11-4940-F0845FB3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93654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+mn-lt"/>
              </a:rPr>
              <a:t>Use Case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8A261A-3785-5F86-FCCC-0F20B001D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67200" y="1258094"/>
            <a:ext cx="3279246" cy="4918869"/>
          </a:xfrm>
        </p:spPr>
      </p:pic>
    </p:spTree>
    <p:extLst>
      <p:ext uri="{BB962C8B-B14F-4D97-AF65-F5344CB8AC3E}">
        <p14:creationId xmlns:p14="http://schemas.microsoft.com/office/powerpoint/2010/main" val="1299766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CDAA-1D40-69A4-0E2A-F9706573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+mn-lt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1AEEA-B9DB-E63A-86F7-64635FBF0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• Built a working console-based ATM system</a:t>
            </a:r>
          </a:p>
          <a:p>
            <a:pPr marL="0" indent="0">
              <a:buNone/>
            </a:pPr>
            <a:r>
              <a:rPr lang="en-US" sz="2800" dirty="0"/>
              <a:t>• Applied Java fundamentals effectively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102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Clear Sans</vt:lpstr>
      <vt:lpstr>Office Theme</vt:lpstr>
      <vt:lpstr>ATM Interface</vt:lpstr>
      <vt:lpstr>Objective </vt:lpstr>
      <vt:lpstr>System Architecture</vt:lpstr>
      <vt:lpstr>Class – ATMInterface.java(User interaction)</vt:lpstr>
      <vt:lpstr>Class – Bank.java</vt:lpstr>
      <vt:lpstr>Class - Account.java</vt:lpstr>
      <vt:lpstr>Output</vt:lpstr>
      <vt:lpstr>Technologies Used: </vt:lpstr>
      <vt:lpstr>Use Case diagram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KUMAR M</dc:creator>
  <cp:lastModifiedBy>PRAVEEN KUMAR M</cp:lastModifiedBy>
  <cp:revision>1</cp:revision>
  <dcterms:created xsi:type="dcterms:W3CDTF">2025-05-02T14:36:14Z</dcterms:created>
  <dcterms:modified xsi:type="dcterms:W3CDTF">2025-05-02T14:36:57Z</dcterms:modified>
</cp:coreProperties>
</file>